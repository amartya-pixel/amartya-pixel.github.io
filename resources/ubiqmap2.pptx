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7070725" cy="6583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17"/>
  </p:normalViewPr>
  <p:slideViewPr>
    <p:cSldViewPr snapToGrid="0">
      <p:cViewPr>
        <p:scale>
          <a:sx n="90" d="100"/>
          <a:sy n="90" d="100"/>
        </p:scale>
        <p:origin x="1848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0305" y="1077416"/>
            <a:ext cx="6010116" cy="2291986"/>
          </a:xfrm>
        </p:spPr>
        <p:txBody>
          <a:bodyPr anchor="b"/>
          <a:lstStyle>
            <a:lvl1pPr algn="ctr">
              <a:defRPr sz="4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3841" y="3457790"/>
            <a:ext cx="5303044" cy="1589455"/>
          </a:xfrm>
        </p:spPr>
        <p:txBody>
          <a:bodyPr/>
          <a:lstStyle>
            <a:lvl1pPr marL="0" indent="0" algn="ctr">
              <a:buNone/>
              <a:defRPr sz="1856"/>
            </a:lvl1pPr>
            <a:lvl2pPr marL="353553" indent="0" algn="ctr">
              <a:buNone/>
              <a:defRPr sz="1547"/>
            </a:lvl2pPr>
            <a:lvl3pPr marL="707106" indent="0" algn="ctr">
              <a:buNone/>
              <a:defRPr sz="1392"/>
            </a:lvl3pPr>
            <a:lvl4pPr marL="1060658" indent="0" algn="ctr">
              <a:buNone/>
              <a:defRPr sz="1237"/>
            </a:lvl4pPr>
            <a:lvl5pPr marL="1414211" indent="0" algn="ctr">
              <a:buNone/>
              <a:defRPr sz="1237"/>
            </a:lvl5pPr>
            <a:lvl6pPr marL="1767764" indent="0" algn="ctr">
              <a:buNone/>
              <a:defRPr sz="1237"/>
            </a:lvl6pPr>
            <a:lvl7pPr marL="2121317" indent="0" algn="ctr">
              <a:buNone/>
              <a:defRPr sz="1237"/>
            </a:lvl7pPr>
            <a:lvl8pPr marL="2474869" indent="0" algn="ctr">
              <a:buNone/>
              <a:defRPr sz="1237"/>
            </a:lvl8pPr>
            <a:lvl9pPr marL="2828422" indent="0" algn="ctr">
              <a:buNone/>
              <a:defRPr sz="123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6FBB-1214-DC4C-BFC4-2FAE6007872C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324E-517F-3646-A8FF-59A242182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59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6FBB-1214-DC4C-BFC4-2FAE6007872C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324E-517F-3646-A8FF-59A242182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07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430" y="1641271"/>
            <a:ext cx="6098500" cy="2738496"/>
          </a:xfrm>
        </p:spPr>
        <p:txBody>
          <a:bodyPr anchor="b"/>
          <a:lstStyle>
            <a:lvl1pPr>
              <a:defRPr sz="4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430" y="4405674"/>
            <a:ext cx="6098500" cy="1440110"/>
          </a:xfrm>
        </p:spPr>
        <p:txBody>
          <a:bodyPr/>
          <a:lstStyle>
            <a:lvl1pPr marL="0" indent="0">
              <a:buNone/>
              <a:defRPr sz="1856">
                <a:solidFill>
                  <a:schemeClr val="tx1">
                    <a:tint val="82000"/>
                  </a:schemeClr>
                </a:solidFill>
              </a:defRPr>
            </a:lvl1pPr>
            <a:lvl2pPr marL="353553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2pPr>
            <a:lvl3pPr marL="707106" indent="0">
              <a:buNone/>
              <a:defRPr sz="1392">
                <a:solidFill>
                  <a:schemeClr val="tx1">
                    <a:tint val="82000"/>
                  </a:schemeClr>
                </a:solidFill>
              </a:defRPr>
            </a:lvl3pPr>
            <a:lvl4pPr marL="1060658" indent="0">
              <a:buNone/>
              <a:defRPr sz="1237">
                <a:solidFill>
                  <a:schemeClr val="tx1">
                    <a:tint val="82000"/>
                  </a:schemeClr>
                </a:solidFill>
              </a:defRPr>
            </a:lvl4pPr>
            <a:lvl5pPr marL="1414211" indent="0">
              <a:buNone/>
              <a:defRPr sz="1237">
                <a:solidFill>
                  <a:schemeClr val="tx1">
                    <a:tint val="82000"/>
                  </a:schemeClr>
                </a:solidFill>
              </a:defRPr>
            </a:lvl5pPr>
            <a:lvl6pPr marL="1767764" indent="0">
              <a:buNone/>
              <a:defRPr sz="1237">
                <a:solidFill>
                  <a:schemeClr val="tx1">
                    <a:tint val="82000"/>
                  </a:schemeClr>
                </a:solidFill>
              </a:defRPr>
            </a:lvl6pPr>
            <a:lvl7pPr marL="2121317" indent="0">
              <a:buNone/>
              <a:defRPr sz="1237">
                <a:solidFill>
                  <a:schemeClr val="tx1">
                    <a:tint val="82000"/>
                  </a:schemeClr>
                </a:solidFill>
              </a:defRPr>
            </a:lvl7pPr>
            <a:lvl8pPr marL="2474869" indent="0">
              <a:buNone/>
              <a:defRPr sz="1237">
                <a:solidFill>
                  <a:schemeClr val="tx1">
                    <a:tint val="82000"/>
                  </a:schemeClr>
                </a:solidFill>
              </a:defRPr>
            </a:lvl8pPr>
            <a:lvl9pPr marL="2828422" indent="0">
              <a:buNone/>
              <a:defRPr sz="12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6FBB-1214-DC4C-BFC4-2FAE6007872C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324E-517F-3646-A8FF-59A242182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39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6112" y="1752516"/>
            <a:ext cx="3005058" cy="41770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79555" y="1752516"/>
            <a:ext cx="3005058" cy="41770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6FBB-1214-DC4C-BFC4-2FAE6007872C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324E-517F-3646-A8FF-59A242182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69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033" y="350505"/>
            <a:ext cx="6098500" cy="1272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7034" y="1613839"/>
            <a:ext cx="2991248" cy="790917"/>
          </a:xfrm>
        </p:spPr>
        <p:txBody>
          <a:bodyPr anchor="b"/>
          <a:lstStyle>
            <a:lvl1pPr marL="0" indent="0">
              <a:buNone/>
              <a:defRPr sz="1856" b="1"/>
            </a:lvl1pPr>
            <a:lvl2pPr marL="353553" indent="0">
              <a:buNone/>
              <a:defRPr sz="1547" b="1"/>
            </a:lvl2pPr>
            <a:lvl3pPr marL="707106" indent="0">
              <a:buNone/>
              <a:defRPr sz="1392" b="1"/>
            </a:lvl3pPr>
            <a:lvl4pPr marL="1060658" indent="0">
              <a:buNone/>
              <a:defRPr sz="1237" b="1"/>
            </a:lvl4pPr>
            <a:lvl5pPr marL="1414211" indent="0">
              <a:buNone/>
              <a:defRPr sz="1237" b="1"/>
            </a:lvl5pPr>
            <a:lvl6pPr marL="1767764" indent="0">
              <a:buNone/>
              <a:defRPr sz="1237" b="1"/>
            </a:lvl6pPr>
            <a:lvl7pPr marL="2121317" indent="0">
              <a:buNone/>
              <a:defRPr sz="1237" b="1"/>
            </a:lvl7pPr>
            <a:lvl8pPr marL="2474869" indent="0">
              <a:buNone/>
              <a:defRPr sz="1237" b="1"/>
            </a:lvl8pPr>
            <a:lvl9pPr marL="2828422" indent="0">
              <a:buNone/>
              <a:defRPr sz="12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034" y="2404756"/>
            <a:ext cx="2991248" cy="35370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79555" y="1613839"/>
            <a:ext cx="3005979" cy="790917"/>
          </a:xfrm>
        </p:spPr>
        <p:txBody>
          <a:bodyPr anchor="b"/>
          <a:lstStyle>
            <a:lvl1pPr marL="0" indent="0">
              <a:buNone/>
              <a:defRPr sz="1856" b="1"/>
            </a:lvl1pPr>
            <a:lvl2pPr marL="353553" indent="0">
              <a:buNone/>
              <a:defRPr sz="1547" b="1"/>
            </a:lvl2pPr>
            <a:lvl3pPr marL="707106" indent="0">
              <a:buNone/>
              <a:defRPr sz="1392" b="1"/>
            </a:lvl3pPr>
            <a:lvl4pPr marL="1060658" indent="0">
              <a:buNone/>
              <a:defRPr sz="1237" b="1"/>
            </a:lvl4pPr>
            <a:lvl5pPr marL="1414211" indent="0">
              <a:buNone/>
              <a:defRPr sz="1237" b="1"/>
            </a:lvl5pPr>
            <a:lvl6pPr marL="1767764" indent="0">
              <a:buNone/>
              <a:defRPr sz="1237" b="1"/>
            </a:lvl6pPr>
            <a:lvl7pPr marL="2121317" indent="0">
              <a:buNone/>
              <a:defRPr sz="1237" b="1"/>
            </a:lvl7pPr>
            <a:lvl8pPr marL="2474869" indent="0">
              <a:buNone/>
              <a:defRPr sz="1237" b="1"/>
            </a:lvl8pPr>
            <a:lvl9pPr marL="2828422" indent="0">
              <a:buNone/>
              <a:defRPr sz="12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79555" y="2404756"/>
            <a:ext cx="3005979" cy="35370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6FBB-1214-DC4C-BFC4-2FAE6007872C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324E-517F-3646-A8FF-59A242182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25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6FBB-1214-DC4C-BFC4-2FAE6007872C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324E-517F-3646-A8FF-59A242182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94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6FBB-1214-DC4C-BFC4-2FAE6007872C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324E-517F-3646-A8FF-59A242182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77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033" y="438891"/>
            <a:ext cx="2280493" cy="1536118"/>
          </a:xfrm>
        </p:spPr>
        <p:txBody>
          <a:bodyPr anchor="b"/>
          <a:lstStyle>
            <a:lvl1pPr>
              <a:defRPr sz="24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5979" y="947884"/>
            <a:ext cx="3579555" cy="4678455"/>
          </a:xfrm>
        </p:spPr>
        <p:txBody>
          <a:bodyPr/>
          <a:lstStyle>
            <a:lvl1pPr>
              <a:defRPr sz="2475"/>
            </a:lvl1pPr>
            <a:lvl2pPr>
              <a:defRPr sz="2165"/>
            </a:lvl2pPr>
            <a:lvl3pPr>
              <a:defRPr sz="1856"/>
            </a:lvl3pPr>
            <a:lvl4pPr>
              <a:defRPr sz="1547"/>
            </a:lvl4pPr>
            <a:lvl5pPr>
              <a:defRPr sz="1547"/>
            </a:lvl5pPr>
            <a:lvl6pPr>
              <a:defRPr sz="1547"/>
            </a:lvl6pPr>
            <a:lvl7pPr>
              <a:defRPr sz="1547"/>
            </a:lvl7pPr>
            <a:lvl8pPr>
              <a:defRPr sz="1547"/>
            </a:lvl8pPr>
            <a:lvl9pPr>
              <a:defRPr sz="15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7033" y="1975009"/>
            <a:ext cx="2280493" cy="3658948"/>
          </a:xfrm>
        </p:spPr>
        <p:txBody>
          <a:bodyPr/>
          <a:lstStyle>
            <a:lvl1pPr marL="0" indent="0">
              <a:buNone/>
              <a:defRPr sz="1237"/>
            </a:lvl1pPr>
            <a:lvl2pPr marL="353553" indent="0">
              <a:buNone/>
              <a:defRPr sz="1083"/>
            </a:lvl2pPr>
            <a:lvl3pPr marL="707106" indent="0">
              <a:buNone/>
              <a:defRPr sz="928"/>
            </a:lvl3pPr>
            <a:lvl4pPr marL="1060658" indent="0">
              <a:buNone/>
              <a:defRPr sz="773"/>
            </a:lvl4pPr>
            <a:lvl5pPr marL="1414211" indent="0">
              <a:buNone/>
              <a:defRPr sz="773"/>
            </a:lvl5pPr>
            <a:lvl6pPr marL="1767764" indent="0">
              <a:buNone/>
              <a:defRPr sz="773"/>
            </a:lvl6pPr>
            <a:lvl7pPr marL="2121317" indent="0">
              <a:buNone/>
              <a:defRPr sz="773"/>
            </a:lvl7pPr>
            <a:lvl8pPr marL="2474869" indent="0">
              <a:buNone/>
              <a:defRPr sz="773"/>
            </a:lvl8pPr>
            <a:lvl9pPr marL="2828422" indent="0">
              <a:buNone/>
              <a:defRPr sz="7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6FBB-1214-DC4C-BFC4-2FAE6007872C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324E-517F-3646-A8FF-59A242182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7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033" y="438891"/>
            <a:ext cx="2280493" cy="1536118"/>
          </a:xfrm>
        </p:spPr>
        <p:txBody>
          <a:bodyPr anchor="b"/>
          <a:lstStyle>
            <a:lvl1pPr>
              <a:defRPr sz="24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05979" y="947884"/>
            <a:ext cx="3579555" cy="4678455"/>
          </a:xfrm>
        </p:spPr>
        <p:txBody>
          <a:bodyPr anchor="t"/>
          <a:lstStyle>
            <a:lvl1pPr marL="0" indent="0">
              <a:buNone/>
              <a:defRPr sz="2475"/>
            </a:lvl1pPr>
            <a:lvl2pPr marL="353553" indent="0">
              <a:buNone/>
              <a:defRPr sz="2165"/>
            </a:lvl2pPr>
            <a:lvl3pPr marL="707106" indent="0">
              <a:buNone/>
              <a:defRPr sz="1856"/>
            </a:lvl3pPr>
            <a:lvl4pPr marL="1060658" indent="0">
              <a:buNone/>
              <a:defRPr sz="1547"/>
            </a:lvl4pPr>
            <a:lvl5pPr marL="1414211" indent="0">
              <a:buNone/>
              <a:defRPr sz="1547"/>
            </a:lvl5pPr>
            <a:lvl6pPr marL="1767764" indent="0">
              <a:buNone/>
              <a:defRPr sz="1547"/>
            </a:lvl6pPr>
            <a:lvl7pPr marL="2121317" indent="0">
              <a:buNone/>
              <a:defRPr sz="1547"/>
            </a:lvl7pPr>
            <a:lvl8pPr marL="2474869" indent="0">
              <a:buNone/>
              <a:defRPr sz="1547"/>
            </a:lvl8pPr>
            <a:lvl9pPr marL="2828422" indent="0">
              <a:buNone/>
              <a:defRPr sz="154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7033" y="1975009"/>
            <a:ext cx="2280493" cy="3658948"/>
          </a:xfrm>
        </p:spPr>
        <p:txBody>
          <a:bodyPr/>
          <a:lstStyle>
            <a:lvl1pPr marL="0" indent="0">
              <a:buNone/>
              <a:defRPr sz="1237"/>
            </a:lvl1pPr>
            <a:lvl2pPr marL="353553" indent="0">
              <a:buNone/>
              <a:defRPr sz="1083"/>
            </a:lvl2pPr>
            <a:lvl3pPr marL="707106" indent="0">
              <a:buNone/>
              <a:defRPr sz="928"/>
            </a:lvl3pPr>
            <a:lvl4pPr marL="1060658" indent="0">
              <a:buNone/>
              <a:defRPr sz="773"/>
            </a:lvl4pPr>
            <a:lvl5pPr marL="1414211" indent="0">
              <a:buNone/>
              <a:defRPr sz="773"/>
            </a:lvl5pPr>
            <a:lvl6pPr marL="1767764" indent="0">
              <a:buNone/>
              <a:defRPr sz="773"/>
            </a:lvl6pPr>
            <a:lvl7pPr marL="2121317" indent="0">
              <a:buNone/>
              <a:defRPr sz="773"/>
            </a:lvl7pPr>
            <a:lvl8pPr marL="2474869" indent="0">
              <a:buNone/>
              <a:defRPr sz="773"/>
            </a:lvl8pPr>
            <a:lvl9pPr marL="2828422" indent="0">
              <a:buNone/>
              <a:defRPr sz="7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6FBB-1214-DC4C-BFC4-2FAE6007872C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324E-517F-3646-A8FF-59A242182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586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6FBB-1214-DC4C-BFC4-2FAE6007872C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324E-517F-3646-A8FF-59A242182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11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59988" y="350503"/>
            <a:ext cx="1524625" cy="55790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6113" y="350503"/>
            <a:ext cx="4485491" cy="55790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6FBB-1214-DC4C-BFC4-2FAE6007872C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324E-517F-3646-A8FF-59A242182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77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6113" y="350505"/>
            <a:ext cx="6098500" cy="1272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113" y="1752516"/>
            <a:ext cx="6098500" cy="4177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6112" y="6101804"/>
            <a:ext cx="1590913" cy="3505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D46FBB-1214-DC4C-BFC4-2FAE6007872C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2178" y="6101804"/>
            <a:ext cx="2386370" cy="3505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93700" y="6101804"/>
            <a:ext cx="1590913" cy="3505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4D324E-517F-3646-A8FF-59A242182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36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07106" rtl="0" eaLnBrk="1" latinLnBrk="0" hangingPunct="1">
        <a:lnSpc>
          <a:spcPct val="90000"/>
        </a:lnSpc>
        <a:spcBef>
          <a:spcPct val="0"/>
        </a:spcBef>
        <a:buNone/>
        <a:defRPr sz="3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6776" indent="-176776" algn="l" defTabSz="707106" rtl="0" eaLnBrk="1" latinLnBrk="0" hangingPunct="1">
        <a:lnSpc>
          <a:spcPct val="90000"/>
        </a:lnSpc>
        <a:spcBef>
          <a:spcPts val="773"/>
        </a:spcBef>
        <a:buFont typeface="Arial" panose="020B0604020202020204" pitchFamily="34" charset="0"/>
        <a:buChar char="•"/>
        <a:defRPr sz="2165" kern="1200">
          <a:solidFill>
            <a:schemeClr val="tx1"/>
          </a:solidFill>
          <a:latin typeface="+mn-lt"/>
          <a:ea typeface="+mn-ea"/>
          <a:cs typeface="+mn-cs"/>
        </a:defRPr>
      </a:lvl1pPr>
      <a:lvl2pPr marL="530329" indent="-176776" algn="l" defTabSz="707106" rtl="0" eaLnBrk="1" latinLnBrk="0" hangingPunct="1">
        <a:lnSpc>
          <a:spcPct val="90000"/>
        </a:lnSpc>
        <a:spcBef>
          <a:spcPts val="387"/>
        </a:spcBef>
        <a:buFont typeface="Arial" panose="020B0604020202020204" pitchFamily="34" charset="0"/>
        <a:buChar char="•"/>
        <a:defRPr sz="1856" kern="1200">
          <a:solidFill>
            <a:schemeClr val="tx1"/>
          </a:solidFill>
          <a:latin typeface="+mn-lt"/>
          <a:ea typeface="+mn-ea"/>
          <a:cs typeface="+mn-cs"/>
        </a:defRPr>
      </a:lvl2pPr>
      <a:lvl3pPr marL="883882" indent="-176776" algn="l" defTabSz="707106" rtl="0" eaLnBrk="1" latinLnBrk="0" hangingPunct="1">
        <a:lnSpc>
          <a:spcPct val="90000"/>
        </a:lnSpc>
        <a:spcBef>
          <a:spcPts val="387"/>
        </a:spcBef>
        <a:buFont typeface="Arial" panose="020B0604020202020204" pitchFamily="34" charset="0"/>
        <a:buChar char="•"/>
        <a:defRPr sz="1547" kern="1200">
          <a:solidFill>
            <a:schemeClr val="tx1"/>
          </a:solidFill>
          <a:latin typeface="+mn-lt"/>
          <a:ea typeface="+mn-ea"/>
          <a:cs typeface="+mn-cs"/>
        </a:defRPr>
      </a:lvl3pPr>
      <a:lvl4pPr marL="1237435" indent="-176776" algn="l" defTabSz="707106" rtl="0" eaLnBrk="1" latinLnBrk="0" hangingPunct="1">
        <a:lnSpc>
          <a:spcPct val="90000"/>
        </a:lnSpc>
        <a:spcBef>
          <a:spcPts val="387"/>
        </a:spcBef>
        <a:buFont typeface="Arial" panose="020B0604020202020204" pitchFamily="34" charset="0"/>
        <a:buChar char="•"/>
        <a:defRPr sz="1392" kern="1200">
          <a:solidFill>
            <a:schemeClr val="tx1"/>
          </a:solidFill>
          <a:latin typeface="+mn-lt"/>
          <a:ea typeface="+mn-ea"/>
          <a:cs typeface="+mn-cs"/>
        </a:defRPr>
      </a:lvl4pPr>
      <a:lvl5pPr marL="1590987" indent="-176776" algn="l" defTabSz="707106" rtl="0" eaLnBrk="1" latinLnBrk="0" hangingPunct="1">
        <a:lnSpc>
          <a:spcPct val="90000"/>
        </a:lnSpc>
        <a:spcBef>
          <a:spcPts val="387"/>
        </a:spcBef>
        <a:buFont typeface="Arial" panose="020B0604020202020204" pitchFamily="34" charset="0"/>
        <a:buChar char="•"/>
        <a:defRPr sz="1392" kern="1200">
          <a:solidFill>
            <a:schemeClr val="tx1"/>
          </a:solidFill>
          <a:latin typeface="+mn-lt"/>
          <a:ea typeface="+mn-ea"/>
          <a:cs typeface="+mn-cs"/>
        </a:defRPr>
      </a:lvl5pPr>
      <a:lvl6pPr marL="1944540" indent="-176776" algn="l" defTabSz="707106" rtl="0" eaLnBrk="1" latinLnBrk="0" hangingPunct="1">
        <a:lnSpc>
          <a:spcPct val="90000"/>
        </a:lnSpc>
        <a:spcBef>
          <a:spcPts val="387"/>
        </a:spcBef>
        <a:buFont typeface="Arial" panose="020B0604020202020204" pitchFamily="34" charset="0"/>
        <a:buChar char="•"/>
        <a:defRPr sz="1392" kern="1200">
          <a:solidFill>
            <a:schemeClr val="tx1"/>
          </a:solidFill>
          <a:latin typeface="+mn-lt"/>
          <a:ea typeface="+mn-ea"/>
          <a:cs typeface="+mn-cs"/>
        </a:defRPr>
      </a:lvl6pPr>
      <a:lvl7pPr marL="2298093" indent="-176776" algn="l" defTabSz="707106" rtl="0" eaLnBrk="1" latinLnBrk="0" hangingPunct="1">
        <a:lnSpc>
          <a:spcPct val="90000"/>
        </a:lnSpc>
        <a:spcBef>
          <a:spcPts val="387"/>
        </a:spcBef>
        <a:buFont typeface="Arial" panose="020B0604020202020204" pitchFamily="34" charset="0"/>
        <a:buChar char="•"/>
        <a:defRPr sz="1392" kern="1200">
          <a:solidFill>
            <a:schemeClr val="tx1"/>
          </a:solidFill>
          <a:latin typeface="+mn-lt"/>
          <a:ea typeface="+mn-ea"/>
          <a:cs typeface="+mn-cs"/>
        </a:defRPr>
      </a:lvl7pPr>
      <a:lvl8pPr marL="2651646" indent="-176776" algn="l" defTabSz="707106" rtl="0" eaLnBrk="1" latinLnBrk="0" hangingPunct="1">
        <a:lnSpc>
          <a:spcPct val="90000"/>
        </a:lnSpc>
        <a:spcBef>
          <a:spcPts val="387"/>
        </a:spcBef>
        <a:buFont typeface="Arial" panose="020B0604020202020204" pitchFamily="34" charset="0"/>
        <a:buChar char="•"/>
        <a:defRPr sz="1392" kern="1200">
          <a:solidFill>
            <a:schemeClr val="tx1"/>
          </a:solidFill>
          <a:latin typeface="+mn-lt"/>
          <a:ea typeface="+mn-ea"/>
          <a:cs typeface="+mn-cs"/>
        </a:defRPr>
      </a:lvl8pPr>
      <a:lvl9pPr marL="3005198" indent="-176776" algn="l" defTabSz="707106" rtl="0" eaLnBrk="1" latinLnBrk="0" hangingPunct="1">
        <a:lnSpc>
          <a:spcPct val="90000"/>
        </a:lnSpc>
        <a:spcBef>
          <a:spcPts val="387"/>
        </a:spcBef>
        <a:buFont typeface="Arial" panose="020B0604020202020204" pitchFamily="34" charset="0"/>
        <a:buChar char="•"/>
        <a:defRPr sz="13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07106" rtl="0" eaLnBrk="1" latinLnBrk="0" hangingPunct="1">
        <a:defRPr sz="1392" kern="1200">
          <a:solidFill>
            <a:schemeClr val="tx1"/>
          </a:solidFill>
          <a:latin typeface="+mn-lt"/>
          <a:ea typeface="+mn-ea"/>
          <a:cs typeface="+mn-cs"/>
        </a:defRPr>
      </a:lvl1pPr>
      <a:lvl2pPr marL="353553" algn="l" defTabSz="707106" rtl="0" eaLnBrk="1" latinLnBrk="0" hangingPunct="1">
        <a:defRPr sz="1392" kern="1200">
          <a:solidFill>
            <a:schemeClr val="tx1"/>
          </a:solidFill>
          <a:latin typeface="+mn-lt"/>
          <a:ea typeface="+mn-ea"/>
          <a:cs typeface="+mn-cs"/>
        </a:defRPr>
      </a:lvl2pPr>
      <a:lvl3pPr marL="707106" algn="l" defTabSz="707106" rtl="0" eaLnBrk="1" latinLnBrk="0" hangingPunct="1">
        <a:defRPr sz="1392" kern="1200">
          <a:solidFill>
            <a:schemeClr val="tx1"/>
          </a:solidFill>
          <a:latin typeface="+mn-lt"/>
          <a:ea typeface="+mn-ea"/>
          <a:cs typeface="+mn-cs"/>
        </a:defRPr>
      </a:lvl3pPr>
      <a:lvl4pPr marL="1060658" algn="l" defTabSz="707106" rtl="0" eaLnBrk="1" latinLnBrk="0" hangingPunct="1">
        <a:defRPr sz="1392" kern="1200">
          <a:solidFill>
            <a:schemeClr val="tx1"/>
          </a:solidFill>
          <a:latin typeface="+mn-lt"/>
          <a:ea typeface="+mn-ea"/>
          <a:cs typeface="+mn-cs"/>
        </a:defRPr>
      </a:lvl4pPr>
      <a:lvl5pPr marL="1414211" algn="l" defTabSz="707106" rtl="0" eaLnBrk="1" latinLnBrk="0" hangingPunct="1">
        <a:defRPr sz="1392" kern="1200">
          <a:solidFill>
            <a:schemeClr val="tx1"/>
          </a:solidFill>
          <a:latin typeface="+mn-lt"/>
          <a:ea typeface="+mn-ea"/>
          <a:cs typeface="+mn-cs"/>
        </a:defRPr>
      </a:lvl5pPr>
      <a:lvl6pPr marL="1767764" algn="l" defTabSz="707106" rtl="0" eaLnBrk="1" latinLnBrk="0" hangingPunct="1">
        <a:defRPr sz="1392" kern="1200">
          <a:solidFill>
            <a:schemeClr val="tx1"/>
          </a:solidFill>
          <a:latin typeface="+mn-lt"/>
          <a:ea typeface="+mn-ea"/>
          <a:cs typeface="+mn-cs"/>
        </a:defRPr>
      </a:lvl6pPr>
      <a:lvl7pPr marL="2121317" algn="l" defTabSz="707106" rtl="0" eaLnBrk="1" latinLnBrk="0" hangingPunct="1">
        <a:defRPr sz="1392" kern="1200">
          <a:solidFill>
            <a:schemeClr val="tx1"/>
          </a:solidFill>
          <a:latin typeface="+mn-lt"/>
          <a:ea typeface="+mn-ea"/>
          <a:cs typeface="+mn-cs"/>
        </a:defRPr>
      </a:lvl7pPr>
      <a:lvl8pPr marL="2474869" algn="l" defTabSz="707106" rtl="0" eaLnBrk="1" latinLnBrk="0" hangingPunct="1">
        <a:defRPr sz="1392" kern="1200">
          <a:solidFill>
            <a:schemeClr val="tx1"/>
          </a:solidFill>
          <a:latin typeface="+mn-lt"/>
          <a:ea typeface="+mn-ea"/>
          <a:cs typeface="+mn-cs"/>
        </a:defRPr>
      </a:lvl8pPr>
      <a:lvl9pPr marL="2828422" algn="l" defTabSz="707106" rtl="0" eaLnBrk="1" latinLnBrk="0" hangingPunct="1">
        <a:defRPr sz="13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D19D71C-109D-9640-31B2-DC0B2CAB6F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16"/>
          <a:stretch>
            <a:fillRect/>
          </a:stretch>
        </p:blipFill>
        <p:spPr>
          <a:xfrm flipH="1">
            <a:off x="4518682" y="111367"/>
            <a:ext cx="2552043" cy="63905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6A8F9D-4DED-D9E1-571E-7E19461D09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4114"/>
          <a:stretch>
            <a:fillRect/>
          </a:stretch>
        </p:blipFill>
        <p:spPr>
          <a:xfrm>
            <a:off x="141699" y="111365"/>
            <a:ext cx="2134627" cy="29100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330591-7EF3-B1E8-5794-D3F14C13FF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547" r="2550"/>
          <a:stretch>
            <a:fillRect/>
          </a:stretch>
        </p:blipFill>
        <p:spPr>
          <a:xfrm>
            <a:off x="141699" y="3124194"/>
            <a:ext cx="4376985" cy="34591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146A22-BF05-61EB-AAF3-49E7A48C9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0777" y="111367"/>
            <a:ext cx="2237906" cy="2910069"/>
          </a:xfrm>
          <a:prstGeom prst="rect">
            <a:avLst/>
          </a:prstGeom>
        </p:spPr>
      </p:pic>
      <p:sp>
        <p:nvSpPr>
          <p:cNvPr id="25" name="Arc 24">
            <a:extLst>
              <a:ext uri="{FF2B5EF4-FFF2-40B4-BE49-F238E27FC236}">
                <a16:creationId xmlns:a16="http://schemas.microsoft.com/office/drawing/2014/main" id="{B44F9095-68E1-9B78-9E2F-98B882CFA3C7}"/>
              </a:ext>
            </a:extLst>
          </p:cNvPr>
          <p:cNvSpPr/>
          <p:nvPr/>
        </p:nvSpPr>
        <p:spPr>
          <a:xfrm>
            <a:off x="3691056" y="535112"/>
            <a:ext cx="2107580" cy="568713"/>
          </a:xfrm>
          <a:custGeom>
            <a:avLst/>
            <a:gdLst>
              <a:gd name="csX0" fmla="*/ 830617 w 2107580"/>
              <a:gd name="csY0" fmla="*/ 6450 h 568713"/>
              <a:gd name="csX1" fmla="*/ 1189008 w 2107580"/>
              <a:gd name="csY1" fmla="*/ 2351 h 568713"/>
              <a:gd name="csX2" fmla="*/ 2107581 w 2107580"/>
              <a:gd name="csY2" fmla="*/ 284358 h 568713"/>
              <a:gd name="csX3" fmla="*/ 1053790 w 2107580"/>
              <a:gd name="csY3" fmla="*/ 284357 h 568713"/>
              <a:gd name="csX4" fmla="*/ 830617 w 2107580"/>
              <a:gd name="csY4" fmla="*/ 6450 h 568713"/>
              <a:gd name="csX0" fmla="*/ 830617 w 2107580"/>
              <a:gd name="csY0" fmla="*/ 6450 h 568713"/>
              <a:gd name="csX1" fmla="*/ 1189008 w 2107580"/>
              <a:gd name="csY1" fmla="*/ 2351 h 568713"/>
              <a:gd name="csX2" fmla="*/ 2107581 w 2107580"/>
              <a:gd name="csY2" fmla="*/ 284358 h 5687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107580" h="568713" stroke="0" extrusionOk="0">
                <a:moveTo>
                  <a:pt x="830617" y="6450"/>
                </a:moveTo>
                <a:cubicBezTo>
                  <a:pt x="936835" y="-7526"/>
                  <a:pt x="1058110" y="2475"/>
                  <a:pt x="1189008" y="2351"/>
                </a:cubicBezTo>
                <a:cubicBezTo>
                  <a:pt x="1735918" y="25233"/>
                  <a:pt x="2105738" y="141476"/>
                  <a:pt x="2107581" y="284358"/>
                </a:cubicBezTo>
                <a:cubicBezTo>
                  <a:pt x="1808318" y="210923"/>
                  <a:pt x="1521404" y="192756"/>
                  <a:pt x="1053790" y="284357"/>
                </a:cubicBezTo>
                <a:cubicBezTo>
                  <a:pt x="951590" y="144686"/>
                  <a:pt x="892090" y="122709"/>
                  <a:pt x="830617" y="6450"/>
                </a:cubicBezTo>
                <a:close/>
              </a:path>
              <a:path w="2107580" h="568713" fill="none" extrusionOk="0">
                <a:moveTo>
                  <a:pt x="830617" y="6450"/>
                </a:moveTo>
                <a:cubicBezTo>
                  <a:pt x="956456" y="530"/>
                  <a:pt x="1079404" y="-22091"/>
                  <a:pt x="1189008" y="2351"/>
                </a:cubicBezTo>
                <a:cubicBezTo>
                  <a:pt x="1687788" y="16625"/>
                  <a:pt x="2102188" y="146495"/>
                  <a:pt x="2107581" y="284358"/>
                </a:cubicBezTo>
              </a:path>
            </a:pathLst>
          </a:custGeom>
          <a:ln w="38100">
            <a:solidFill>
              <a:schemeClr val="bg1">
                <a:lumMod val="95000"/>
              </a:schemeClr>
            </a:solidFill>
            <a:headEnd type="arrow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13874025"/>
                      <a:gd name="adj2" fmla="val 0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90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Amartya Basu</dc:creator>
  <cp:lastModifiedBy>Amartya Basu</cp:lastModifiedBy>
  <cp:revision>2</cp:revision>
  <dcterms:created xsi:type="dcterms:W3CDTF">2026-06-05T00:19:54Z</dcterms:created>
  <dcterms:modified xsi:type="dcterms:W3CDTF">2026-06-05T00:38:26Z</dcterms:modified>
</cp:coreProperties>
</file>